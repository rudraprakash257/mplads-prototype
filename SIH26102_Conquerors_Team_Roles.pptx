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1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5.png"/><Relationship Id="rId8" Type="http://schemas.openxmlformats.org/officeDocument/2006/relationships/image" Target="../media/image-2-1.png"/><Relationship Id="rId9" Type="http://schemas.openxmlformats.org/officeDocument/2006/relationships/image" Target="../media/image-2-5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3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5.png"/><Relationship Id="rId8" Type="http://schemas.openxmlformats.org/officeDocument/2006/relationships/image" Target="../media/image-3-2.png"/><Relationship Id="rId9" Type="http://schemas.openxmlformats.org/officeDocument/2006/relationships/image" Target="../media/image-3-5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3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3.png"/><Relationship Id="rId6" Type="http://schemas.openxmlformats.org/officeDocument/2006/relationships/image" Target="../media/image-5-6.png"/><Relationship Id="rId7" Type="http://schemas.openxmlformats.org/officeDocument/2006/relationships/image" Target="../media/image-5-3.png"/><Relationship Id="rId8" Type="http://schemas.openxmlformats.org/officeDocument/2006/relationships/image" Target="../media/image-5-8.png"/><Relationship Id="rId9" Type="http://schemas.openxmlformats.org/officeDocument/2006/relationships/image" Target="../media/image-5-3.png"/><Relationship Id="rId10" Type="http://schemas.openxmlformats.org/officeDocument/2006/relationships/image" Target="../media/image-5-10.png"/><Relationship Id="rId11" Type="http://schemas.openxmlformats.org/officeDocument/2006/relationships/image" Target="../media/image-5-3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.png"/><Relationship Id="rId15" Type="http://schemas.openxmlformats.org/officeDocument/2006/relationships/image" Target="../media/image-5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1005840"/>
            <a:ext cx="1828800" cy="548640"/>
          </a:xfrm>
          <a:prstGeom prst="line">
            <a:avLst/>
          </a:prstGeom>
          <a:noFill/>
          <a:ln w="19050">
            <a:solidFill>
              <a:srgbClr val="0F2C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1554480"/>
            <a:ext cx="731520" cy="1463040"/>
          </a:xfrm>
          <a:prstGeom prst="line">
            <a:avLst/>
          </a:prstGeom>
          <a:noFill/>
          <a:ln w="19050">
            <a:solidFill>
              <a:srgbClr val="0F2C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1005840"/>
            <a:ext cx="731520" cy="1645920"/>
          </a:xfrm>
          <a:prstGeom prst="line">
            <a:avLst/>
          </a:prstGeom>
          <a:noFill/>
          <a:ln w="19050">
            <a:solidFill>
              <a:srgbClr val="0F2C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8412480" y="2651760"/>
            <a:ext cx="1097280" cy="914400"/>
          </a:xfrm>
          <a:prstGeom prst="line">
            <a:avLst/>
          </a:prstGeom>
          <a:noFill/>
          <a:ln w="19050">
            <a:solidFill>
              <a:srgbClr val="0F2C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09760" y="2651760"/>
            <a:ext cx="548640" cy="1828800"/>
          </a:xfrm>
          <a:prstGeom prst="line">
            <a:avLst/>
          </a:prstGeom>
          <a:noFill/>
          <a:ln w="19050">
            <a:solidFill>
              <a:srgbClr val="0F2C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38560" y="3017520"/>
            <a:ext cx="182880" cy="2103120"/>
          </a:xfrm>
          <a:prstGeom prst="line">
            <a:avLst/>
          </a:prstGeom>
          <a:noFill/>
          <a:ln w="19050">
            <a:solidFill>
              <a:srgbClr val="0F2C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0" y="4480560"/>
            <a:ext cx="1463040" cy="640080"/>
          </a:xfrm>
          <a:prstGeom prst="line">
            <a:avLst/>
          </a:prstGeom>
          <a:noFill/>
          <a:ln w="19050">
            <a:solidFill>
              <a:srgbClr val="0F2C4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0" y="3566160"/>
            <a:ext cx="640080" cy="2011680"/>
          </a:xfrm>
          <a:prstGeom prst="line">
            <a:avLst/>
          </a:prstGeom>
          <a:noFill/>
          <a:ln w="19050">
            <a:solidFill>
              <a:srgbClr val="0F2C4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9052560" y="4480560"/>
            <a:ext cx="1005840" cy="1097280"/>
          </a:xfrm>
          <a:prstGeom prst="line">
            <a:avLst/>
          </a:prstGeom>
          <a:noFill/>
          <a:ln w="19050">
            <a:solidFill>
              <a:srgbClr val="0F2C4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77656" y="905256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2" name="Shape 10"/>
          <p:cNvSpPr/>
          <p:nvPr/>
        </p:nvSpPr>
        <p:spPr>
          <a:xfrm>
            <a:off x="10543032" y="1490472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Shape 11"/>
          <p:cNvSpPr/>
          <p:nvPr/>
        </p:nvSpPr>
        <p:spPr>
          <a:xfrm>
            <a:off x="9445752" y="2587752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37976" y="2916936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5" name="Shape 13"/>
          <p:cNvSpPr/>
          <p:nvPr/>
        </p:nvSpPr>
        <p:spPr>
          <a:xfrm>
            <a:off x="8348472" y="3502152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Shape 14"/>
          <p:cNvSpPr/>
          <p:nvPr/>
        </p:nvSpPr>
        <p:spPr>
          <a:xfrm>
            <a:off x="9994392" y="4416552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7" name="Shape 15"/>
          <p:cNvSpPr/>
          <p:nvPr/>
        </p:nvSpPr>
        <p:spPr>
          <a:xfrm>
            <a:off x="11420856" y="5020056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8" name="Shape 16"/>
          <p:cNvSpPr/>
          <p:nvPr/>
        </p:nvSpPr>
        <p:spPr>
          <a:xfrm>
            <a:off x="8988552" y="5513832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9" name="Shape 17"/>
          <p:cNvSpPr/>
          <p:nvPr/>
        </p:nvSpPr>
        <p:spPr>
          <a:xfrm>
            <a:off x="9464040" y="2514600"/>
            <a:ext cx="1737360" cy="1737360"/>
          </a:xfrm>
          <a:prstGeom prst="ellipse">
            <a:avLst/>
          </a:prstGeom>
          <a:solidFill>
            <a:srgbClr val="0F2C4C"/>
          </a:solidFill>
          <a:ln w="19050">
            <a:solidFill>
              <a:srgbClr val="00B4D8"/>
            </a:solidFill>
            <a:prstDash val="solid"/>
          </a:ln>
        </p:spPr>
      </p:sp>
      <p:pic>
        <p:nvPicPr>
          <p:cNvPr id="20" name="Image 0" descr="/home/claude/sih/icons/chip_00B4D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2880360"/>
            <a:ext cx="1005840" cy="100584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640080" y="1417320"/>
            <a:ext cx="3246120" cy="457200"/>
          </a:xfrm>
          <a:prstGeom prst="roundRect">
            <a:avLst>
              <a:gd name="adj" fmla="val 50000"/>
            </a:avLst>
          </a:prstGeom>
          <a:solidFill>
            <a:srgbClr val="0F2C4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0080" y="14173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40080" y="233172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Conquerors</a:t>
            </a:r>
            <a:endParaRPr lang="en-US" sz="5400" dirty="0"/>
          </a:p>
        </p:txBody>
      </p:sp>
      <p:sp>
        <p:nvSpPr>
          <p:cNvPr id="24" name="Text 21"/>
          <p:cNvSpPr txBox="1"/>
          <p:nvPr/>
        </p:nvSpPr>
        <p:spPr>
          <a:xfrm>
            <a:off x="658368" y="33375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SIH26102  –  Team Roles &amp; Responsibilities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658368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C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ID: SIH26102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03504" cy="603504"/>
          </a:xfrm>
          <a:prstGeom prst="ellipse">
            <a:avLst/>
          </a:prstGeom>
          <a:solidFill>
            <a:srgbClr val="0A1929"/>
          </a:solidFill>
          <a:ln/>
        </p:spPr>
      </p:sp>
      <p:pic>
        <p:nvPicPr>
          <p:cNvPr id="3" name="Image 0" descr="/home/claude/sih/icons/ml_brain_00B4D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630936"/>
            <a:ext cx="347472" cy="34747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846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9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DEVELOPMENT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325880" y="7132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&amp; Data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961120" y="594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SIH26102 • Team Conquerors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5349240" cy="2788920"/>
          </a:xfrm>
          <a:prstGeom prst="roundRect">
            <a:avLst>
              <a:gd name="adj" fmla="val 2951"/>
            </a:avLst>
          </a:prstGeom>
          <a:solidFill>
            <a:srgbClr val="F2F6FA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FC4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04672" y="1856232"/>
            <a:ext cx="566928" cy="566928"/>
          </a:xfrm>
          <a:prstGeom prst="ellipse">
            <a:avLst/>
          </a:prstGeom>
          <a:solidFill>
            <a:srgbClr val="0A1929"/>
          </a:solidFill>
          <a:ln/>
        </p:spPr>
      </p:sp>
      <p:pic>
        <p:nvPicPr>
          <p:cNvPr id="9" name="Image 1" descr="/home/claude/sih/icons/cpu_00B4D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2002536"/>
            <a:ext cx="274320" cy="2743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08760" y="181965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Rudra Prakash R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1508760" y="21305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9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&amp; Technical Support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841248" y="2532888"/>
            <a:ext cx="4800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understand required ML concepts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 with model development and integration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other technical modules when required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172200" y="1600200"/>
            <a:ext cx="5349240" cy="2788920"/>
          </a:xfrm>
          <a:prstGeom prst="roundRect">
            <a:avLst>
              <a:gd name="adj" fmla="val 2951"/>
            </a:avLst>
          </a:prstGeom>
          <a:solidFill>
            <a:srgbClr val="F2F6FA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FC4">
                <a:alpha val="2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28232" y="1856232"/>
            <a:ext cx="566928" cy="566928"/>
          </a:xfrm>
          <a:prstGeom prst="ellipse">
            <a:avLst/>
          </a:prstGeom>
          <a:solidFill>
            <a:srgbClr val="0A1929"/>
          </a:solidFill>
          <a:ln/>
        </p:spPr>
      </p:sp>
      <p:pic>
        <p:nvPicPr>
          <p:cNvPr id="15" name="Image 2" descr="/home/claude/sih/icons/ml_brain_00B4D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536" y="2002536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132320" y="181965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Chiranjeev S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7132320" y="21305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9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/ Model Development</a:t>
            </a:r>
            <a:endParaRPr lang="en-US" sz="1150" dirty="0"/>
          </a:p>
        </p:txBody>
      </p:sp>
      <p:sp>
        <p:nvSpPr>
          <p:cNvPr id="18" name="Text 13"/>
          <p:cNvSpPr txBox="1"/>
          <p:nvPr/>
        </p:nvSpPr>
        <p:spPr>
          <a:xfrm>
            <a:off x="6464808" y="2532888"/>
            <a:ext cx="4800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489204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0F2C4C"/>
          </a:solidFill>
          <a:ln/>
        </p:spPr>
      </p:sp>
      <p:pic>
        <p:nvPicPr>
          <p:cNvPr id="20" name="Image 3" descr="/home/claude/sih/icons/database_00B4D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5044" y="5038344"/>
            <a:ext cx="438912" cy="43891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8640" y="55504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250" dirty="0"/>
          </a:p>
        </p:txBody>
      </p:sp>
      <p:pic>
        <p:nvPicPr>
          <p:cNvPr id="22" name="Image 4" descr="/home/claude/sih/icons/arrow_0A1929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2948" y="5367528"/>
            <a:ext cx="237744" cy="237744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3383280" y="489204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0F2C4C"/>
          </a:solidFill>
          <a:ln/>
        </p:spPr>
      </p:sp>
      <p:pic>
        <p:nvPicPr>
          <p:cNvPr id="24" name="Image 5" descr="/home/claude/sih/icons/layers_00B4D8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9684" y="5038344"/>
            <a:ext cx="438912" cy="438912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3383280" y="55504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50" dirty="0"/>
          </a:p>
        </p:txBody>
      </p:sp>
      <p:pic>
        <p:nvPicPr>
          <p:cNvPr id="26" name="Image 6" descr="/home/claude/sih/icons/arrow_0A1929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47588" y="5367528"/>
            <a:ext cx="237744" cy="237744"/>
          </a:xfrm>
          <a:prstGeom prst="rect">
            <a:avLst/>
          </a:prstGeom>
        </p:spPr>
      </p:pic>
      <p:sp>
        <p:nvSpPr>
          <p:cNvPr id="27" name="Shape 18"/>
          <p:cNvSpPr/>
          <p:nvPr/>
        </p:nvSpPr>
        <p:spPr>
          <a:xfrm>
            <a:off x="6217920" y="489204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0F2C4C"/>
          </a:solidFill>
          <a:ln/>
        </p:spPr>
      </p:sp>
      <p:pic>
        <p:nvPicPr>
          <p:cNvPr id="28" name="Image 7" descr="/home/claude/sih/icons/ml_brain_00B4D8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64324" y="5038344"/>
            <a:ext cx="438912" cy="438912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6217920" y="55504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250" dirty="0"/>
          </a:p>
        </p:txBody>
      </p:sp>
      <p:pic>
        <p:nvPicPr>
          <p:cNvPr id="30" name="Image 8" descr="/home/claude/sih/icons/arrow_0A1929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82228" y="5367528"/>
            <a:ext cx="237744" cy="237744"/>
          </a:xfrm>
          <a:prstGeom prst="rect">
            <a:avLst/>
          </a:prstGeom>
        </p:spPr>
      </p:pic>
      <p:sp>
        <p:nvSpPr>
          <p:cNvPr id="31" name="Shape 20"/>
          <p:cNvSpPr/>
          <p:nvPr/>
        </p:nvSpPr>
        <p:spPr>
          <a:xfrm>
            <a:off x="9052560" y="489204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0F2C4C"/>
          </a:solidFill>
          <a:ln/>
        </p:spPr>
      </p:sp>
      <p:pic>
        <p:nvPicPr>
          <p:cNvPr id="32" name="Image 9" descr="/home/claude/sih/icons/trend_00B4D8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98964" y="5038344"/>
            <a:ext cx="438912" cy="438912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9052560" y="55504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03504" cy="603504"/>
          </a:xfrm>
          <a:prstGeom prst="ellipse">
            <a:avLst/>
          </a:prstGeom>
          <a:solidFill>
            <a:srgbClr val="0A1929"/>
          </a:solidFill>
          <a:ln/>
        </p:spPr>
      </p:sp>
      <p:pic>
        <p:nvPicPr>
          <p:cNvPr id="3" name="Image 0" descr="/home/claude/sih/icons/layers_00B4D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630936"/>
            <a:ext cx="347472" cy="34747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846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9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DEVELOPMENT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325880" y="7132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Development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961120" y="594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SIH26102 • Team Conquerors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5349240" cy="2834640"/>
          </a:xfrm>
          <a:prstGeom prst="roundRect">
            <a:avLst>
              <a:gd name="adj" fmla="val 2903"/>
            </a:avLst>
          </a:prstGeom>
          <a:solidFill>
            <a:srgbClr val="F2F6FA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FC4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04672" y="1856232"/>
            <a:ext cx="566928" cy="566928"/>
          </a:xfrm>
          <a:prstGeom prst="ellipse">
            <a:avLst/>
          </a:prstGeom>
          <a:solidFill>
            <a:srgbClr val="0A1929"/>
          </a:solidFill>
          <a:ln/>
        </p:spPr>
      </p:sp>
      <p:pic>
        <p:nvPicPr>
          <p:cNvPr id="9" name="Image 1" descr="/home/claude/sih/icons/server_00B4D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2002536"/>
            <a:ext cx="274320" cy="2743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08760" y="181965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Vasanth JP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1508760" y="21305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9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Developer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841248" y="2532888"/>
            <a:ext cx="4800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planning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development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integration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API integration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172200" y="1600200"/>
            <a:ext cx="5349240" cy="2834640"/>
          </a:xfrm>
          <a:prstGeom prst="roundRect">
            <a:avLst>
              <a:gd name="adj" fmla="val 2903"/>
            </a:avLst>
          </a:prstGeom>
          <a:solidFill>
            <a:srgbClr val="F2F6FA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FC4">
                <a:alpha val="2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28232" y="1856232"/>
            <a:ext cx="566928" cy="566928"/>
          </a:xfrm>
          <a:prstGeom prst="ellipse">
            <a:avLst/>
          </a:prstGeom>
          <a:solidFill>
            <a:srgbClr val="0A1929"/>
          </a:solidFill>
          <a:ln/>
        </p:spPr>
      </p:sp>
      <p:pic>
        <p:nvPicPr>
          <p:cNvPr id="15" name="Image 2" descr="/home/claude/sih/icons/monitor_00B4D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536" y="2002536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132320" y="181965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Sowbaranika T S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7132320" y="21305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9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Developer</a:t>
            </a:r>
            <a:endParaRPr lang="en-US" sz="1150" dirty="0"/>
          </a:p>
        </p:txBody>
      </p:sp>
      <p:sp>
        <p:nvSpPr>
          <p:cNvPr id="18" name="Text 13"/>
          <p:cNvSpPr txBox="1"/>
          <p:nvPr/>
        </p:nvSpPr>
        <p:spPr>
          <a:xfrm>
            <a:off x="6464808" y="2532888"/>
            <a:ext cx="4800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development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Frontend–API integration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489204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0F2C4C"/>
          </a:solidFill>
          <a:ln/>
        </p:spPr>
      </p:sp>
      <p:pic>
        <p:nvPicPr>
          <p:cNvPr id="20" name="Image 3" descr="/home/claude/sih/icons/monitor_00B4D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5044" y="5020056"/>
            <a:ext cx="438912" cy="43891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8640" y="551383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50" dirty="0"/>
          </a:p>
        </p:txBody>
      </p:sp>
      <p:pic>
        <p:nvPicPr>
          <p:cNvPr id="22" name="Image 4" descr="/home/claude/sih/icons/arrow_0A1929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2948" y="5367528"/>
            <a:ext cx="237744" cy="237744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3383280" y="489204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0F2C4C"/>
          </a:solidFill>
          <a:ln/>
        </p:spPr>
      </p:sp>
      <p:pic>
        <p:nvPicPr>
          <p:cNvPr id="24" name="Image 5" descr="/home/claude/sih/icons/api_00B4D8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9684" y="5020056"/>
            <a:ext cx="438912" cy="438912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3383280" y="551383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50" dirty="0"/>
          </a:p>
        </p:txBody>
      </p:sp>
      <p:pic>
        <p:nvPicPr>
          <p:cNvPr id="26" name="Image 6" descr="/home/claude/sih/icons/arrow_0A1929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47588" y="5367528"/>
            <a:ext cx="237744" cy="237744"/>
          </a:xfrm>
          <a:prstGeom prst="rect">
            <a:avLst/>
          </a:prstGeom>
        </p:spPr>
      </p:pic>
      <p:sp>
        <p:nvSpPr>
          <p:cNvPr id="27" name="Shape 18"/>
          <p:cNvSpPr/>
          <p:nvPr/>
        </p:nvSpPr>
        <p:spPr>
          <a:xfrm>
            <a:off x="6217920" y="489204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0F2C4C"/>
          </a:solidFill>
          <a:ln/>
        </p:spPr>
      </p:sp>
      <p:pic>
        <p:nvPicPr>
          <p:cNvPr id="28" name="Image 7" descr="/home/claude/sih/icons/server_00B4D8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64324" y="5020056"/>
            <a:ext cx="438912" cy="438912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6217920" y="551383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50" dirty="0"/>
          </a:p>
        </p:txBody>
      </p:sp>
      <p:pic>
        <p:nvPicPr>
          <p:cNvPr id="30" name="Image 8" descr="/home/claude/sih/icons/arrow_0A1929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82228" y="5367528"/>
            <a:ext cx="237744" cy="237744"/>
          </a:xfrm>
          <a:prstGeom prst="rect">
            <a:avLst/>
          </a:prstGeom>
        </p:spPr>
      </p:pic>
      <p:sp>
        <p:nvSpPr>
          <p:cNvPr id="31" name="Shape 20"/>
          <p:cNvSpPr/>
          <p:nvPr/>
        </p:nvSpPr>
        <p:spPr>
          <a:xfrm>
            <a:off x="9052560" y="489204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0F2C4C"/>
          </a:solidFill>
          <a:ln/>
        </p:spPr>
      </p:sp>
      <p:pic>
        <p:nvPicPr>
          <p:cNvPr id="32" name="Image 9" descr="/home/claude/sih/icons/database_00B4D8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98964" y="5020056"/>
            <a:ext cx="438912" cy="438912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9052560" y="551383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/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03504" cy="603504"/>
          </a:xfrm>
          <a:prstGeom prst="ellipse">
            <a:avLst/>
          </a:prstGeom>
          <a:solidFill>
            <a:srgbClr val="0A1929"/>
          </a:solidFill>
          <a:ln/>
        </p:spPr>
      </p:sp>
      <p:pic>
        <p:nvPicPr>
          <p:cNvPr id="3" name="Image 0" descr="/home/claude/sih/icons/barchart_00B4D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630936"/>
            <a:ext cx="347472" cy="34747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846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9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COMMUNICATION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325880" y="7132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Analysis &amp; Communication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961120" y="594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SIH26102 • Team Conquerors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5349240" cy="2788920"/>
          </a:xfrm>
          <a:prstGeom prst="roundRect">
            <a:avLst>
              <a:gd name="adj" fmla="val 2951"/>
            </a:avLst>
          </a:prstGeom>
          <a:solidFill>
            <a:srgbClr val="F2F6FA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FC4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04672" y="1856232"/>
            <a:ext cx="566928" cy="566928"/>
          </a:xfrm>
          <a:prstGeom prst="ellipse">
            <a:avLst/>
          </a:prstGeom>
          <a:solidFill>
            <a:srgbClr val="0A1929"/>
          </a:solidFill>
          <a:ln/>
        </p:spPr>
      </p:sp>
      <p:pic>
        <p:nvPicPr>
          <p:cNvPr id="9" name="Image 1" descr="/home/claude/sih/icons/trend_00B4D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2002536"/>
            <a:ext cx="274320" cy="2743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08760" y="181965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Joanna Gregory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1508760" y="21305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9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841248" y="2532888"/>
            <a:ext cx="4800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relevant patterns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useful features and insights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172200" y="1600200"/>
            <a:ext cx="5349240" cy="2788920"/>
          </a:xfrm>
          <a:prstGeom prst="roundRect">
            <a:avLst>
              <a:gd name="adj" fmla="val 2951"/>
            </a:avLst>
          </a:prstGeom>
          <a:solidFill>
            <a:srgbClr val="F2F6FA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FC4">
                <a:alpha val="2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28232" y="1856232"/>
            <a:ext cx="566928" cy="566928"/>
          </a:xfrm>
          <a:prstGeom prst="ellipse">
            <a:avLst/>
          </a:prstGeom>
          <a:solidFill>
            <a:srgbClr val="0A1929"/>
          </a:solidFill>
          <a:ln/>
        </p:spPr>
      </p:sp>
      <p:pic>
        <p:nvPicPr>
          <p:cNvPr id="15" name="Image 2" descr="/home/claude/sih/icons/piechart_00B4D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536" y="2002536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132320" y="181965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P.S. Shreya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7132320" y="21305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9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&amp; Presentation</a:t>
            </a:r>
            <a:endParaRPr lang="en-US" sz="1150" dirty="0"/>
          </a:p>
        </p:txBody>
      </p:sp>
      <p:sp>
        <p:nvSpPr>
          <p:cNvPr id="18" name="Text 13"/>
          <p:cNvSpPr txBox="1"/>
          <p:nvPr/>
        </p:nvSpPr>
        <p:spPr>
          <a:xfrm>
            <a:off x="6464808" y="2532888"/>
            <a:ext cx="4800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preparation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documentation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support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4709160"/>
            <a:ext cx="10972800" cy="1417320"/>
          </a:xfrm>
          <a:prstGeom prst="roundRect">
            <a:avLst>
              <a:gd name="adj" fmla="val 5161"/>
            </a:avLst>
          </a:prstGeom>
          <a:solidFill>
            <a:srgbClr val="0A1929"/>
          </a:solidFill>
          <a:ln/>
        </p:spPr>
      </p:sp>
      <p:sp>
        <p:nvSpPr>
          <p:cNvPr id="20" name="Shape 15"/>
          <p:cNvSpPr/>
          <p:nvPr/>
        </p:nvSpPr>
        <p:spPr>
          <a:xfrm>
            <a:off x="960120" y="5550408"/>
            <a:ext cx="310896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1" name="Shape 16"/>
          <p:cNvSpPr/>
          <p:nvPr/>
        </p:nvSpPr>
        <p:spPr>
          <a:xfrm>
            <a:off x="1417320" y="5303520"/>
            <a:ext cx="310896" cy="5669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2" name="Shape 17"/>
          <p:cNvSpPr/>
          <p:nvPr/>
        </p:nvSpPr>
        <p:spPr>
          <a:xfrm>
            <a:off x="1874520" y="5431536"/>
            <a:ext cx="310896" cy="43891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3" name="Shape 18"/>
          <p:cNvSpPr/>
          <p:nvPr/>
        </p:nvSpPr>
        <p:spPr>
          <a:xfrm>
            <a:off x="2331720" y="5138928"/>
            <a:ext cx="310896" cy="7315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4" name="Shape 19"/>
          <p:cNvSpPr/>
          <p:nvPr/>
        </p:nvSpPr>
        <p:spPr>
          <a:xfrm>
            <a:off x="2788920" y="5321808"/>
            <a:ext cx="310896" cy="5486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822960" y="48371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3977640" y="4892040"/>
            <a:ext cx="914" cy="1051560"/>
          </a:xfrm>
          <a:prstGeom prst="line">
            <a:avLst/>
          </a:prstGeom>
          <a:noFill/>
          <a:ln w="12700">
            <a:solidFill>
              <a:srgbClr val="234066"/>
            </a:solidFill>
            <a:prstDash val="solid"/>
          </a:ln>
        </p:spPr>
      </p:sp>
      <p:pic>
        <p:nvPicPr>
          <p:cNvPr id="27" name="Image 3" descr="/home/claude/sih/icons/piechart_00B4D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5056632"/>
            <a:ext cx="685800" cy="68580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5166360" y="5111496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&amp; Feature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7818120" y="4892040"/>
            <a:ext cx="914" cy="1051560"/>
          </a:xfrm>
          <a:prstGeom prst="line">
            <a:avLst/>
          </a:prstGeom>
          <a:noFill/>
          <a:ln w="12700">
            <a:solidFill>
              <a:srgbClr val="234066"/>
            </a:solidFill>
            <a:prstDash val="solid"/>
          </a:ln>
        </p:spPr>
      </p:sp>
      <p:pic>
        <p:nvPicPr>
          <p:cNvPr id="30" name="Image 4" descr="/home/claude/sih/icons/filetext_00B4D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880" y="5056632"/>
            <a:ext cx="685800" cy="68580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006840" y="5111496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&amp;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03504" cy="603504"/>
          </a:xfrm>
          <a:prstGeom prst="ellipse">
            <a:avLst/>
          </a:prstGeom>
          <a:solidFill>
            <a:srgbClr val="0F2C4C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" name="Image 0" descr="/home/claude/sih/icons/merge_00B4D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630936"/>
            <a:ext cx="347472" cy="34747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846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WORKFLOW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325880" y="7132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Work Together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790956" y="1691640"/>
            <a:ext cx="1600200" cy="1600200"/>
          </a:xfrm>
          <a:prstGeom prst="roundRect">
            <a:avLst>
              <a:gd name="adj" fmla="val 4571"/>
            </a:avLst>
          </a:prstGeom>
          <a:solidFill>
            <a:srgbClr val="0F2C4C"/>
          </a:solidFill>
          <a:ln w="12700">
            <a:solidFill>
              <a:srgbClr val="23406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98448" y="1892808"/>
            <a:ext cx="585216" cy="585216"/>
          </a:xfrm>
          <a:prstGeom prst="ellipse">
            <a:avLst/>
          </a:prstGeom>
          <a:solidFill>
            <a:srgbClr val="0A1929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8" name="Image 1" descr="/home/claude/sih/icons/database_00B4D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2011680"/>
            <a:ext cx="347472" cy="3474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36676" y="2587752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150" dirty="0"/>
          </a:p>
        </p:txBody>
      </p:sp>
      <p:pic>
        <p:nvPicPr>
          <p:cNvPr id="10" name="Image 2" descr="/home/claude/sih/icons/arrow_00B4D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1156" y="2313432"/>
            <a:ext cx="201168" cy="201168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2592324" y="1691640"/>
            <a:ext cx="1600200" cy="1600200"/>
          </a:xfrm>
          <a:prstGeom prst="roundRect">
            <a:avLst>
              <a:gd name="adj" fmla="val 4571"/>
            </a:avLst>
          </a:prstGeom>
          <a:solidFill>
            <a:srgbClr val="0F2C4C"/>
          </a:solidFill>
          <a:ln w="12700">
            <a:solidFill>
              <a:srgbClr val="234066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3099816" y="1892808"/>
            <a:ext cx="585216" cy="585216"/>
          </a:xfrm>
          <a:prstGeom prst="ellipse">
            <a:avLst/>
          </a:prstGeom>
          <a:solidFill>
            <a:srgbClr val="0A1929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3" name="Image 3" descr="/home/claude/sih/icons/trend_00B4D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8688" y="2011680"/>
            <a:ext cx="347472" cy="347472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2638044" y="2587752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50" dirty="0"/>
          </a:p>
        </p:txBody>
      </p:sp>
      <p:pic>
        <p:nvPicPr>
          <p:cNvPr id="15" name="Image 4" descr="/home/claude/sih/icons/arrow_00B4D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2524" y="2313432"/>
            <a:ext cx="201168" cy="201168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4393692" y="1691640"/>
            <a:ext cx="1600200" cy="1600200"/>
          </a:xfrm>
          <a:prstGeom prst="roundRect">
            <a:avLst>
              <a:gd name="adj" fmla="val 4571"/>
            </a:avLst>
          </a:prstGeom>
          <a:solidFill>
            <a:srgbClr val="0F2C4C"/>
          </a:solidFill>
          <a:ln w="12700">
            <a:solidFill>
              <a:srgbClr val="234066"/>
            </a:solidFill>
            <a:prstDash val="solid"/>
          </a:ln>
        </p:spPr>
      </p:sp>
      <p:sp>
        <p:nvSpPr>
          <p:cNvPr id="17" name="Shape 10"/>
          <p:cNvSpPr/>
          <p:nvPr/>
        </p:nvSpPr>
        <p:spPr>
          <a:xfrm>
            <a:off x="4901184" y="1892808"/>
            <a:ext cx="585216" cy="585216"/>
          </a:xfrm>
          <a:prstGeom prst="ellipse">
            <a:avLst/>
          </a:prstGeom>
          <a:solidFill>
            <a:srgbClr val="0A1929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8" name="Image 5" descr="/home/claude/sih/icons/ml_brain_00B4D8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0056" y="2011680"/>
            <a:ext cx="347472" cy="347472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4439412" y="2587752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150" dirty="0"/>
          </a:p>
        </p:txBody>
      </p:sp>
      <p:pic>
        <p:nvPicPr>
          <p:cNvPr id="20" name="Image 6" descr="/home/claude/sih/icons/arrow_00B4D8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93892" y="2313432"/>
            <a:ext cx="201168" cy="201168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6195060" y="1691640"/>
            <a:ext cx="1600200" cy="1600200"/>
          </a:xfrm>
          <a:prstGeom prst="roundRect">
            <a:avLst>
              <a:gd name="adj" fmla="val 4571"/>
            </a:avLst>
          </a:prstGeom>
          <a:solidFill>
            <a:srgbClr val="0F2C4C"/>
          </a:solidFill>
          <a:ln w="12700">
            <a:solidFill>
              <a:srgbClr val="234066"/>
            </a:solidFill>
            <a:prstDash val="solid"/>
          </a:ln>
        </p:spPr>
      </p:sp>
      <p:sp>
        <p:nvSpPr>
          <p:cNvPr id="22" name="Shape 13"/>
          <p:cNvSpPr/>
          <p:nvPr/>
        </p:nvSpPr>
        <p:spPr>
          <a:xfrm>
            <a:off x="6702552" y="1892808"/>
            <a:ext cx="585216" cy="585216"/>
          </a:xfrm>
          <a:prstGeom prst="ellipse">
            <a:avLst/>
          </a:prstGeom>
          <a:solidFill>
            <a:srgbClr val="0A1929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3" name="Image 7" descr="/home/claude/sih/icons/server_00B4D8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21424" y="2011680"/>
            <a:ext cx="347472" cy="347472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6240780" y="2587752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API</a:t>
            </a:r>
            <a:endParaRPr lang="en-US" sz="1150" dirty="0"/>
          </a:p>
        </p:txBody>
      </p:sp>
      <p:pic>
        <p:nvPicPr>
          <p:cNvPr id="25" name="Image 8" descr="/home/claude/sih/icons/arrow_00B4D8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95260" y="2313432"/>
            <a:ext cx="201168" cy="201168"/>
          </a:xfrm>
          <a:prstGeom prst="rect">
            <a:avLst/>
          </a:prstGeom>
        </p:spPr>
      </p:pic>
      <p:sp>
        <p:nvSpPr>
          <p:cNvPr id="26" name="Shape 15"/>
          <p:cNvSpPr/>
          <p:nvPr/>
        </p:nvSpPr>
        <p:spPr>
          <a:xfrm>
            <a:off x="7996428" y="1691640"/>
            <a:ext cx="1600200" cy="1600200"/>
          </a:xfrm>
          <a:prstGeom prst="roundRect">
            <a:avLst>
              <a:gd name="adj" fmla="val 4571"/>
            </a:avLst>
          </a:prstGeom>
          <a:solidFill>
            <a:srgbClr val="0F2C4C"/>
          </a:solidFill>
          <a:ln w="12700">
            <a:solidFill>
              <a:srgbClr val="234066"/>
            </a:solidFill>
            <a:prstDash val="solid"/>
          </a:ln>
        </p:spPr>
      </p:sp>
      <p:sp>
        <p:nvSpPr>
          <p:cNvPr id="27" name="Shape 16"/>
          <p:cNvSpPr/>
          <p:nvPr/>
        </p:nvSpPr>
        <p:spPr>
          <a:xfrm>
            <a:off x="8503920" y="1892808"/>
            <a:ext cx="585216" cy="585216"/>
          </a:xfrm>
          <a:prstGeom prst="ellipse">
            <a:avLst/>
          </a:prstGeom>
          <a:solidFill>
            <a:srgbClr val="0A1929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8" name="Image 9" descr="/home/claude/sih/icons/monitor_00B4D8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22792" y="2011680"/>
            <a:ext cx="347472" cy="347472"/>
          </a:xfrm>
          <a:prstGeom prst="rect">
            <a:avLst/>
          </a:prstGeom>
        </p:spPr>
      </p:pic>
      <p:sp>
        <p:nvSpPr>
          <p:cNvPr id="29" name="Text 17"/>
          <p:cNvSpPr txBox="1"/>
          <p:nvPr/>
        </p:nvSpPr>
        <p:spPr>
          <a:xfrm>
            <a:off x="8042148" y="2587752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50" dirty="0"/>
          </a:p>
        </p:txBody>
      </p:sp>
      <p:pic>
        <p:nvPicPr>
          <p:cNvPr id="30" name="Image 10" descr="/home/claude/sih/icons/arrow_00B4D8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96628" y="2313432"/>
            <a:ext cx="201168" cy="201168"/>
          </a:xfrm>
          <a:prstGeom prst="rect">
            <a:avLst/>
          </a:prstGeom>
        </p:spPr>
      </p:pic>
      <p:sp>
        <p:nvSpPr>
          <p:cNvPr id="31" name="Shape 18"/>
          <p:cNvSpPr/>
          <p:nvPr/>
        </p:nvSpPr>
        <p:spPr>
          <a:xfrm>
            <a:off x="9797796" y="1691640"/>
            <a:ext cx="1600200" cy="1600200"/>
          </a:xfrm>
          <a:prstGeom prst="roundRect">
            <a:avLst>
              <a:gd name="adj" fmla="val 4571"/>
            </a:avLst>
          </a:prstGeom>
          <a:solidFill>
            <a:srgbClr val="0F2C4C"/>
          </a:solidFill>
          <a:ln w="12700">
            <a:solidFill>
              <a:srgbClr val="234066"/>
            </a:solidFill>
            <a:prstDash val="solid"/>
          </a:ln>
        </p:spPr>
      </p:sp>
      <p:sp>
        <p:nvSpPr>
          <p:cNvPr id="32" name="Shape 19"/>
          <p:cNvSpPr/>
          <p:nvPr/>
        </p:nvSpPr>
        <p:spPr>
          <a:xfrm>
            <a:off x="10305288" y="1892808"/>
            <a:ext cx="585216" cy="585216"/>
          </a:xfrm>
          <a:prstGeom prst="ellipse">
            <a:avLst/>
          </a:prstGeom>
          <a:solidFill>
            <a:srgbClr val="0A1929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3" name="Image 11" descr="/home/claude/sih/icons/chip_00B4D8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24160" y="2011680"/>
            <a:ext cx="347472" cy="347472"/>
          </a:xfrm>
          <a:prstGeom prst="rect">
            <a:avLst/>
          </a:prstGeom>
        </p:spPr>
      </p:pic>
      <p:sp>
        <p:nvSpPr>
          <p:cNvPr id="34" name="Text 20"/>
          <p:cNvSpPr txBox="1"/>
          <p:nvPr/>
        </p:nvSpPr>
        <p:spPr>
          <a:xfrm>
            <a:off x="9843516" y="2587752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50" dirty="0"/>
          </a:p>
        </p:txBody>
      </p:sp>
      <p:sp>
        <p:nvSpPr>
          <p:cNvPr id="35" name="Shape 21"/>
          <p:cNvSpPr/>
          <p:nvPr/>
        </p:nvSpPr>
        <p:spPr>
          <a:xfrm>
            <a:off x="548640" y="3794760"/>
            <a:ext cx="3453384" cy="1417320"/>
          </a:xfrm>
          <a:prstGeom prst="roundRect">
            <a:avLst>
              <a:gd name="adj" fmla="val 5161"/>
            </a:avLst>
          </a:prstGeom>
          <a:solidFill>
            <a:srgbClr val="0F2C4C"/>
          </a:solidFill>
          <a:ln/>
        </p:spPr>
      </p:sp>
      <p:sp>
        <p:nvSpPr>
          <p:cNvPr id="36" name="Shape 22"/>
          <p:cNvSpPr/>
          <p:nvPr/>
        </p:nvSpPr>
        <p:spPr>
          <a:xfrm>
            <a:off x="768096" y="4014216"/>
            <a:ext cx="457200" cy="457200"/>
          </a:xfrm>
          <a:prstGeom prst="ellipse">
            <a:avLst/>
          </a:prstGeom>
          <a:solidFill>
            <a:srgbClr val="0A1929"/>
          </a:solidFill>
          <a:ln/>
        </p:spPr>
      </p:sp>
      <p:pic>
        <p:nvPicPr>
          <p:cNvPr id="37" name="Image 12" descr="/home/claude/sih/icons/users_00B4D8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7824" y="4123944"/>
            <a:ext cx="237744" cy="237744"/>
          </a:xfrm>
          <a:prstGeom prst="rect">
            <a:avLst/>
          </a:prstGeom>
        </p:spPr>
      </p:pic>
      <p:sp>
        <p:nvSpPr>
          <p:cNvPr id="38" name="Text 23"/>
          <p:cNvSpPr txBox="1"/>
          <p:nvPr/>
        </p:nvSpPr>
        <p:spPr>
          <a:xfrm>
            <a:off x="768096" y="4581144"/>
            <a:ext cx="3014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development across the team</a:t>
            </a:r>
            <a:endParaRPr lang="en-US" sz="1150" dirty="0"/>
          </a:p>
        </p:txBody>
      </p:sp>
      <p:sp>
        <p:nvSpPr>
          <p:cNvPr id="39" name="Shape 24"/>
          <p:cNvSpPr/>
          <p:nvPr/>
        </p:nvSpPr>
        <p:spPr>
          <a:xfrm>
            <a:off x="4367784" y="3794760"/>
            <a:ext cx="3453384" cy="1417320"/>
          </a:xfrm>
          <a:prstGeom prst="roundRect">
            <a:avLst>
              <a:gd name="adj" fmla="val 5161"/>
            </a:avLst>
          </a:prstGeom>
          <a:solidFill>
            <a:srgbClr val="0F2C4C"/>
          </a:solidFill>
          <a:ln/>
        </p:spPr>
      </p:sp>
      <p:sp>
        <p:nvSpPr>
          <p:cNvPr id="40" name="Shape 25"/>
          <p:cNvSpPr/>
          <p:nvPr/>
        </p:nvSpPr>
        <p:spPr>
          <a:xfrm>
            <a:off x="4587240" y="4014216"/>
            <a:ext cx="457200" cy="457200"/>
          </a:xfrm>
          <a:prstGeom prst="ellipse">
            <a:avLst/>
          </a:prstGeom>
          <a:solidFill>
            <a:srgbClr val="0A1929"/>
          </a:solidFill>
          <a:ln/>
        </p:spPr>
      </p:sp>
      <p:pic>
        <p:nvPicPr>
          <p:cNvPr id="41" name="Image 13" descr="/home/claude/sih/icons/merge_00B4D8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96968" y="4123944"/>
            <a:ext cx="237744" cy="237744"/>
          </a:xfrm>
          <a:prstGeom prst="rect">
            <a:avLst/>
          </a:prstGeom>
        </p:spPr>
      </p:pic>
      <p:sp>
        <p:nvSpPr>
          <p:cNvPr id="42" name="Text 26"/>
          <p:cNvSpPr txBox="1"/>
          <p:nvPr/>
        </p:nvSpPr>
        <p:spPr>
          <a:xfrm>
            <a:off x="4587240" y="4581144"/>
            <a:ext cx="3014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between ML, backend, frontend, and analytics</a:t>
            </a:r>
            <a:endParaRPr lang="en-US" sz="1150" dirty="0"/>
          </a:p>
        </p:txBody>
      </p:sp>
      <p:sp>
        <p:nvSpPr>
          <p:cNvPr id="43" name="Shape 27"/>
          <p:cNvSpPr/>
          <p:nvPr/>
        </p:nvSpPr>
        <p:spPr>
          <a:xfrm>
            <a:off x="8186928" y="3794760"/>
            <a:ext cx="3453384" cy="1417320"/>
          </a:xfrm>
          <a:prstGeom prst="roundRect">
            <a:avLst>
              <a:gd name="adj" fmla="val 5161"/>
            </a:avLst>
          </a:prstGeom>
          <a:solidFill>
            <a:srgbClr val="0F2C4C"/>
          </a:solidFill>
          <a:ln/>
        </p:spPr>
      </p:sp>
      <p:sp>
        <p:nvSpPr>
          <p:cNvPr id="44" name="Shape 28"/>
          <p:cNvSpPr/>
          <p:nvPr/>
        </p:nvSpPr>
        <p:spPr>
          <a:xfrm>
            <a:off x="8406384" y="4014216"/>
            <a:ext cx="457200" cy="457200"/>
          </a:xfrm>
          <a:prstGeom prst="ellipse">
            <a:avLst/>
          </a:prstGeom>
          <a:solidFill>
            <a:srgbClr val="0A1929"/>
          </a:solidFill>
          <a:ln/>
        </p:spPr>
      </p:sp>
      <p:pic>
        <p:nvPicPr>
          <p:cNvPr id="45" name="Image 14" descr="/home/claude/sih/icons/grid_00B4D8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16112" y="4123944"/>
            <a:ext cx="237744" cy="237744"/>
          </a:xfrm>
          <a:prstGeom prst="rect">
            <a:avLst/>
          </a:prstGeom>
        </p:spPr>
      </p:pic>
      <p:sp>
        <p:nvSpPr>
          <p:cNvPr id="46" name="Text 29"/>
          <p:cNvSpPr txBox="1"/>
          <p:nvPr/>
        </p:nvSpPr>
        <p:spPr>
          <a:xfrm>
            <a:off x="8406384" y="4581144"/>
            <a:ext cx="3014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member owns a specific area while supporting the overall project</a:t>
            </a:r>
            <a:endParaRPr lang="en-US" sz="1150" dirty="0"/>
          </a:p>
        </p:txBody>
      </p:sp>
      <p:sp>
        <p:nvSpPr>
          <p:cNvPr id="47" name="Text 30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C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  •  SIH26102  •  Team Conquerors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2026-08-27T17:26:03Z</dcterms:created>
  <dcterms:modified xsi:type="dcterms:W3CDTF">2026-08-27T17:26:03Z</dcterms:modified>
</cp:coreProperties>
</file>